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9" r:id="rId2"/>
    <p:sldId id="28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36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6B815-3999-499D-80CF-2EC02897F6EF}" type="datetimeFigureOut">
              <a:rPr lang="en-US" smtClean="0"/>
              <a:t>1/29/2018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23E14-C304-42FB-937A-51A7CC2C6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0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6F55E1-8FA1-4431-8CCD-46EFB1EBE07A}" type="slidenum">
              <a:rPr lang="vi-VN" smtClean="0">
                <a:solidFill>
                  <a:prstClr val="black"/>
                </a:solidFill>
              </a:rPr>
              <a:pPr/>
              <a:t>1</a:t>
            </a:fld>
            <a:endParaRPr lang="vi-V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2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6F55E1-8FA1-4431-8CCD-46EFB1EBE07A}" type="slidenum">
              <a:rPr lang="vi-VN" smtClean="0">
                <a:solidFill>
                  <a:prstClr val="black"/>
                </a:solidFill>
              </a:rPr>
              <a:pPr/>
              <a:t>2</a:t>
            </a:fld>
            <a:endParaRPr lang="vi-V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88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E3B-2D41-45B5-8308-A22CC26B131A}" type="datetime1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5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577A-C555-4047-8599-27F8672B5A9B}" type="datetime1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69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2BB8-5967-4A73-A6F4-4383ECD464AA}" type="datetime1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8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B2ED-5E4D-4394-AE56-A0A91AFA2E75}" type="datetime1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3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732D0-6C61-4355-803A-D77B2B2155DD}" type="datetime1">
              <a:rPr lang="en-US" smtClean="0"/>
              <a:t>1/29/2018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50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7CDC5-5117-42E9-82C7-95D82324F93E}" type="datetime1">
              <a:rPr lang="en-US" smtClean="0"/>
              <a:t>1/29/2018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6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332C-0CAA-40C4-A1E0-D91EB938B5D9}" type="datetime1">
              <a:rPr lang="en-US" smtClean="0"/>
              <a:t>1/29/2018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85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6B4D-C069-48F1-B2DD-8A8F89BDA716}" type="datetime1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0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29D8-8095-4B56-B282-8FDA4C5DCFFC}" type="datetime1">
              <a:rPr lang="en-US" smtClean="0"/>
              <a:t>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5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4E8E-E1C9-425A-8622-E178101C66C3}" type="datetime1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1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FD58-BFC4-4D8C-8B65-98128402B886}" type="datetime1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8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18C2-D0C8-4837-89F4-FB5823145B08}" type="datetime1">
              <a:rPr lang="en-US" smtClean="0"/>
              <a:t>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Nguyễn tiến Huy   Tháng 10/2017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BF3E4-0CA8-4285-94DC-B5457A2A1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8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hlinkClick r:id="" action="ppaction://noaction"/>
          </p:cNvPr>
          <p:cNvSpPr txBox="1"/>
          <p:nvPr/>
        </p:nvSpPr>
        <p:spPr>
          <a:xfrm>
            <a:off x="237011" y="1203204"/>
            <a:ext cx="4515742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Tổ chức  Con người</a:t>
            </a:r>
          </a:p>
          <a:p>
            <a:endParaRPr lang="en-US" sz="160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smtClean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sz="1600"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latin typeface="Arial" pitchFamily="34" charset="0"/>
              <a:cs typeface="Arial" pitchFamily="34" charset="0"/>
            </a:endParaRPr>
          </a:p>
          <a:p>
            <a:endParaRPr lang="en-US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ounded Rectangle 68">
            <a:hlinkClick r:id="rId3" action="ppaction://hlinksldjump"/>
          </p:cNvPr>
          <p:cNvSpPr/>
          <p:nvPr/>
        </p:nvSpPr>
        <p:spPr>
          <a:xfrm>
            <a:off x="3623507" y="175530"/>
            <a:ext cx="3429946" cy="812346"/>
          </a:xfrm>
          <a:prstGeom prst="roundRect">
            <a:avLst/>
          </a:prstGeom>
          <a:solidFill>
            <a:srgbClr val="002060"/>
          </a:solidFill>
          <a:ln w="38100" cap="rnd">
            <a:solidFill>
              <a:schemeClr val="bg1"/>
            </a:solidFill>
          </a:ln>
          <a:effectLst>
            <a:outerShdw blurRad="482600" dir="5400000" sx="89000" sy="89000" algn="ctr" rotWithShape="0">
              <a:srgbClr val="0000FF">
                <a:alpha val="49000"/>
              </a:srgbClr>
            </a:outerShdw>
          </a:effectLst>
          <a:scene3d>
            <a:camera prst="orthographicFront"/>
            <a:lightRig rig="twoPt" dir="t"/>
          </a:scene3d>
          <a:sp3d extrusionH="12700" prstMaterial="translucentPowder"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Tên Đồ án – Mã số Đồ án  </a:t>
            </a:r>
            <a:r>
              <a:rPr lang="en-US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Tổ chức </a:t>
            </a:r>
            <a:endParaRPr lang="vi-VN" sz="200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10837" y="5688873"/>
            <a:ext cx="3273554" cy="365125"/>
          </a:xfrm>
        </p:spPr>
        <p:txBody>
          <a:bodyPr/>
          <a:lstStyle/>
          <a:p>
            <a:pPr>
              <a:defRPr/>
            </a:pPr>
            <a:r>
              <a:rPr lang="vi-VN" sz="16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tiến Huy   Tháng 1/201</a:t>
            </a:r>
            <a:r>
              <a:rPr lang="en-US" sz="16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vi-VN" sz="16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70">
            <a:hlinkClick r:id="" action="ppaction://noac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101" y="5622086"/>
            <a:ext cx="562698" cy="453082"/>
          </a:xfrm>
          <a:prstGeom prst="rect">
            <a:avLst/>
          </a:prstGeom>
        </p:spPr>
      </p:pic>
      <p:sp>
        <p:nvSpPr>
          <p:cNvPr id="31" name="TextBox 30">
            <a:hlinkClick r:id="" action="ppaction://noaction"/>
          </p:cNvPr>
          <p:cNvSpPr txBox="1"/>
          <p:nvPr/>
        </p:nvSpPr>
        <p:spPr>
          <a:xfrm>
            <a:off x="237011" y="4493736"/>
            <a:ext cx="3962849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Phân loại/Phân nhóm </a:t>
            </a:r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smtClean="0">
                <a:latin typeface="Arial" pitchFamily="34" charset="0"/>
                <a:cs typeface="Arial" pitchFamily="34" charset="0"/>
              </a:rPr>
              <a:t>  </a:t>
            </a:r>
          </a:p>
          <a:p>
            <a:endParaRPr lang="en-US" sz="1600">
              <a:latin typeface="Arial" pitchFamily="34" charset="0"/>
              <a:cs typeface="Arial" pitchFamily="34" charset="0"/>
            </a:endParaRPr>
          </a:p>
          <a:p>
            <a:endParaRPr lang="en-US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>
            <a:hlinkClick r:id="" action="ppaction://noaction"/>
          </p:cNvPr>
          <p:cNvSpPr txBox="1"/>
          <p:nvPr/>
        </p:nvSpPr>
        <p:spPr>
          <a:xfrm>
            <a:off x="7396267" y="1326314"/>
            <a:ext cx="3225659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Qui định/Công thức tính </a:t>
            </a:r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smtClean="0">
                <a:latin typeface="Arial" pitchFamily="34" charset="0"/>
                <a:cs typeface="Arial" pitchFamily="34" charset="0"/>
              </a:rPr>
              <a:t>  </a:t>
            </a:r>
          </a:p>
          <a:p>
            <a:endParaRPr lang="en-US" sz="1600">
              <a:latin typeface="Arial" pitchFamily="34" charset="0"/>
              <a:cs typeface="Arial" pitchFamily="34" charset="0"/>
            </a:endParaRPr>
          </a:p>
          <a:p>
            <a:endParaRPr lang="en-US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>
            <a:hlinkClick r:id="" action="ppaction://noaction"/>
          </p:cNvPr>
          <p:cNvSpPr txBox="1"/>
          <p:nvPr/>
        </p:nvSpPr>
        <p:spPr>
          <a:xfrm>
            <a:off x="6888789" y="2752534"/>
            <a:ext cx="3991203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Biểu mẩu </a:t>
            </a:r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smtClean="0">
                <a:latin typeface="Arial" pitchFamily="34" charset="0"/>
                <a:cs typeface="Arial" pitchFamily="34" charset="0"/>
              </a:rPr>
              <a:t>  </a:t>
            </a:r>
          </a:p>
          <a:p>
            <a:endParaRPr lang="en-US" sz="1600">
              <a:latin typeface="Arial" pitchFamily="34" charset="0"/>
              <a:cs typeface="Arial" pitchFamily="34" charset="0"/>
            </a:endParaRPr>
          </a:p>
          <a:p>
            <a:endParaRPr lang="en-US" sz="16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07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hlinkClick r:id="" action="ppaction://noaction"/>
          </p:cNvPr>
          <p:cNvSpPr txBox="1"/>
          <p:nvPr/>
        </p:nvSpPr>
        <p:spPr>
          <a:xfrm>
            <a:off x="268907" y="1203204"/>
            <a:ext cx="5047371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Khách tham quan</a:t>
            </a:r>
          </a:p>
          <a:p>
            <a:endParaRPr lang="en-US" sz="160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60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latin typeface="Arial" pitchFamily="34" charset="0"/>
              <a:cs typeface="Arial" pitchFamily="34" charset="0"/>
            </a:endParaRPr>
          </a:p>
          <a:p>
            <a:endParaRPr lang="en-US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ounded Rectangle 68">
            <a:hlinkClick r:id="rId3" action="ppaction://hlinksldjump"/>
          </p:cNvPr>
          <p:cNvSpPr/>
          <p:nvPr/>
        </p:nvSpPr>
        <p:spPr>
          <a:xfrm>
            <a:off x="3623507" y="175530"/>
            <a:ext cx="3429946" cy="812346"/>
          </a:xfrm>
          <a:prstGeom prst="roundRect">
            <a:avLst/>
          </a:prstGeom>
          <a:solidFill>
            <a:srgbClr val="002060"/>
          </a:solidFill>
          <a:ln w="38100" cap="rnd">
            <a:solidFill>
              <a:schemeClr val="bg1"/>
            </a:solidFill>
          </a:ln>
          <a:effectLst>
            <a:outerShdw blurRad="482600" dir="5400000" sx="89000" sy="89000" algn="ctr" rotWithShape="0">
              <a:srgbClr val="0000FF">
                <a:alpha val="49000"/>
              </a:srgbClr>
            </a:outerShdw>
          </a:effectLst>
          <a:scene3d>
            <a:camera prst="orthographicFront"/>
            <a:lightRig rig="twoPt" dir="t"/>
          </a:scene3d>
          <a:sp3d extrusionH="12700" prstMaterial="translucentPowder"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Tên Đồ án – Mã số Đồ án  </a:t>
            </a:r>
            <a:r>
              <a:rPr lang="en-US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 tiết Yêu cầu Chức năng </a:t>
            </a:r>
            <a:endParaRPr lang="vi-VN" sz="200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10837" y="5688873"/>
            <a:ext cx="3273554" cy="365125"/>
          </a:xfrm>
        </p:spPr>
        <p:txBody>
          <a:bodyPr/>
          <a:lstStyle/>
          <a:p>
            <a:pPr>
              <a:defRPr/>
            </a:pPr>
            <a:r>
              <a:rPr lang="vi-VN" sz="16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tiến Huy   Tháng 1/201</a:t>
            </a:r>
            <a:r>
              <a:rPr lang="en-US" sz="16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vi-VN" sz="16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70">
            <a:hlinkClick r:id="" action="ppaction://noac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101" y="5622086"/>
            <a:ext cx="562698" cy="453082"/>
          </a:xfrm>
          <a:prstGeom prst="rect">
            <a:avLst/>
          </a:prstGeom>
        </p:spPr>
      </p:pic>
      <p:sp>
        <p:nvSpPr>
          <p:cNvPr id="10" name="TextBox 9">
            <a:hlinkClick r:id="" action="ppaction://noaction"/>
          </p:cNvPr>
          <p:cNvSpPr txBox="1"/>
          <p:nvPr/>
        </p:nvSpPr>
        <p:spPr>
          <a:xfrm>
            <a:off x="268906" y="2772237"/>
            <a:ext cx="5047371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Nhân viên</a:t>
            </a:r>
            <a:br>
              <a:rPr lang="en-US" sz="160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160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60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latin typeface="Arial" pitchFamily="34" charset="0"/>
              <a:cs typeface="Arial" pitchFamily="34" charset="0"/>
            </a:endParaRPr>
          </a:p>
          <a:p>
            <a:endParaRPr lang="en-US"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>
            <a:hlinkClick r:id="" action="ppaction://noaction"/>
          </p:cNvPr>
          <p:cNvSpPr txBox="1"/>
          <p:nvPr/>
        </p:nvSpPr>
        <p:spPr>
          <a:xfrm>
            <a:off x="5897074" y="1203204"/>
            <a:ext cx="5047371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Quản lý </a:t>
            </a:r>
            <a:br>
              <a:rPr lang="en-US" sz="160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160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60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smtClean="0">
              <a:latin typeface="Arial" pitchFamily="34" charset="0"/>
              <a:cs typeface="Arial" pitchFamily="34" charset="0"/>
            </a:endParaRPr>
          </a:p>
          <a:p>
            <a:endParaRPr lang="en-US" sz="16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50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52</Words>
  <Application>Microsoft Office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Giang day Huy</dc:creator>
  <cp:lastModifiedBy>Giang day Huy</cp:lastModifiedBy>
  <cp:revision>104</cp:revision>
  <dcterms:created xsi:type="dcterms:W3CDTF">2017-09-30T02:21:03Z</dcterms:created>
  <dcterms:modified xsi:type="dcterms:W3CDTF">2018-01-29T05:54:50Z</dcterms:modified>
</cp:coreProperties>
</file>